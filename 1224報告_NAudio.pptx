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9" r:id="rId3"/>
    <p:sldId id="261" r:id="rId4"/>
    <p:sldId id="267" r:id="rId5"/>
    <p:sldId id="259" r:id="rId6"/>
    <p:sldId id="260" r:id="rId7"/>
    <p:sldId id="271" r:id="rId8"/>
    <p:sldId id="273" r:id="rId9"/>
    <p:sldId id="272" r:id="rId10"/>
    <p:sldId id="258" r:id="rId11"/>
    <p:sldId id="270" r:id="rId12"/>
    <p:sldId id="263" r:id="rId13"/>
    <p:sldId id="268" r:id="rId14"/>
    <p:sldId id="264" r:id="rId15"/>
    <p:sldId id="262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https://github.com/naudio/NAudio?tab=readme-ov-fil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zh.wikipedia.org/zh-tw/%E4%BA%BA%E5%A3%B0%E9%9F%B3%E5%9F%9F" TargetMode="External"/><Relationship Id="rId3" Type="http://schemas.openxmlformats.org/officeDocument/2006/relationships/hyperlink" Target="mailto:https://github.com/naudio/NAudio?tab=readme-ov-file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zh.wikipedia.org/zh-tw/%E8%87%AA%E7%9B%B8%E5%85%B3%E5%87%BD%E6%95%B0" TargetMode="External"/><Relationship Id="rId5" Type="http://schemas.openxmlformats.org/officeDocument/2006/relationships/hyperlink" Target="mailto:https://nicechord.com/post/major-and-minor-modes/" TargetMode="External"/><Relationship Id="rId4" Type="http://schemas.openxmlformats.org/officeDocument/2006/relationships/hyperlink" Target="mailto:https://muted.io/note-frequenci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2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AB5F4C-0DE3-4D89-BF43-06D13896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5726F-2A5C-446C-9A3E-FFA71958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506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介紹及應用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A27961-68F7-4D43-884A-5943E9519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基礎音頻分析處理的開源工具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開發音樂播放器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音頻錄製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音訊分析及處理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(ex: </a:t>
            </a:r>
            <a:r>
              <a:rPr lang="zh-TW" altLang="en-US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音高偵測、音量調整，可配合傅立葉轉換相關套件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音訊特效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(ex: </a:t>
            </a:r>
            <a:r>
              <a:rPr lang="zh-TW" altLang="en-US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回音、增益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編</a:t>
            </a:r>
            <a:r>
              <a:rPr lang="en-US" altLang="zh-TW" dirty="0">
                <a:latin typeface="Consolas" panose="020B0609020204030204" pitchFamily="49" charset="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解碼不同音訊格式 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(ex: MP3</a:t>
            </a:r>
            <a:r>
              <a:rPr lang="zh-TW" altLang="en-US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WAV)</a:t>
            </a:r>
            <a:endParaRPr lang="zh-TW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961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F94DD1B-CDA2-43E5-A806-5E8E63AA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35" y="1762124"/>
            <a:ext cx="11990729" cy="419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由以下方程式可得知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這個音所對應的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69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每個八度大小都是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每個半音之間相差一個音程。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定義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為一個八度音程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/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zh-TW" altLang="en-US" sz="2400" i="0" dirty="0">
                          <a:latin typeface="Cambria Math" panose="02040503050406030204" pitchFamily="18" charset="0"/>
                        </a:rPr>
                        <m:t>=69+12×</m:t>
                      </m:r>
                      <m:func>
                        <m:funcPr>
                          <m:ctrlPr>
                            <a:rPr lang="zh-TW" alt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 dirty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sz="2400" i="1" dirty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zh-TW" altLang="en-US" sz="2400" i="0" dirty="0">
                                      <a:latin typeface="Cambria Math" panose="02040503050406030204" pitchFamily="18" charset="0"/>
                                    </a:rPr>
                                    <m:t>440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24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8815" y="2094166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 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blipFill>
                <a:blip r:embed="rId5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 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blipFill>
                <a:blip r:embed="rId6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E187AC0F-1A69-41D0-8304-16DE2582C2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501" y="4484071"/>
            <a:ext cx="8518998" cy="237392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04" y="110573"/>
            <a:ext cx="6266161" cy="428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(ex: 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442" y="1728788"/>
            <a:ext cx="3685358" cy="383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4B29FF2-468A-46AF-8609-7F5ED81C8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3" y="776286"/>
            <a:ext cx="9657911" cy="503239"/>
          </a:xfrm>
          <a:prstGeom prst="rect">
            <a:avLst/>
          </a:prstGeom>
        </p:spPr>
      </p:pic>
      <p:sp>
        <p:nvSpPr>
          <p:cNvPr id="11" name="內容版面配置區 10">
            <a:extLst>
              <a:ext uri="{FF2B5EF4-FFF2-40B4-BE49-F238E27FC236}">
                <a16:creationId xmlns:a16="http://schemas.microsoft.com/office/drawing/2014/main" id="{FF535D7D-8804-4DC8-A5AB-622156FAD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BCA8551-CAFF-4993-9762-DB3EAFEE5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898" y="1528761"/>
            <a:ext cx="7596203" cy="503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04DB5-0143-4226-83F7-1AB27960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131981-7D87-4D9A-9C89-6F8888A4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/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圖片 25">
            <a:extLst>
              <a:ext uri="{FF2B5EF4-FFF2-40B4-BE49-F238E27FC236}">
                <a16:creationId xmlns:a16="http://schemas.microsoft.com/office/drawing/2014/main" id="{900DDCE1-7D56-42CE-889C-D7DD408A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14" y="393700"/>
            <a:ext cx="7410087" cy="5423718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66161AAC-BF2A-4009-89A5-FD59AA392DA6}"/>
              </a:ext>
            </a:extLst>
          </p:cNvPr>
          <p:cNvCxnSpPr>
            <a:cxnSpLocks/>
          </p:cNvCxnSpPr>
          <p:nvPr/>
        </p:nvCxnSpPr>
        <p:spPr>
          <a:xfrm flipH="1" flipV="1">
            <a:off x="7191375" y="1962150"/>
            <a:ext cx="1695453" cy="187642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697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AD5F66-2419-4BF2-8D37-B8A40101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BF9814-0C9A-4CA3-9E34-80BEA822F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D25E812-8D5E-4A4D-B71B-E34D229CE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645" y="427620"/>
            <a:ext cx="7462456" cy="535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0" y="1503134"/>
            <a:ext cx="7200900" cy="3851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E9A6EF-D5E9-4101-9B16-17517F362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6FE73D-C8ED-455D-A6FF-1F8F22627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17BCAE2-AA64-42BF-8EC9-C2B875455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307" y="564305"/>
            <a:ext cx="8809385" cy="556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734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52968D-F04B-4DC2-ADFB-BD0B6491E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3E12488D-DDBD-42D6-9F16-6839755798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" t="390" b="-1"/>
          <a:stretch/>
        </p:blipFill>
        <p:spPr>
          <a:xfrm>
            <a:off x="1459148" y="510702"/>
            <a:ext cx="9301295" cy="5786494"/>
          </a:xfrm>
        </p:spPr>
      </p:pic>
    </p:spTree>
    <p:extLst>
      <p:ext uri="{BB962C8B-B14F-4D97-AF65-F5344CB8AC3E}">
        <p14:creationId xmlns:p14="http://schemas.microsoft.com/office/powerpoint/2010/main" val="101459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一般調音器的邏輯是一定的音分範圍內都算判斷準確，因為每個設備外放或是樂器的音會有些許泛音上的不同，非專業的收音設備可能會因為這些泛音而對不上標準音高頻率：</a:t>
            </a:r>
            <a:b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一般的麥克風，容易收到環境或是電腦發出的高頻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只要是自然發出的音頻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不包含音叉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，就會有泛音列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形成駐波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，而收音器也會受到泛音的影響而結果不同。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測量人聲或是樂器音高，只需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套件即可。</a:t>
            </a: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hlinkClick r:id="rId2"/>
              </a:rPr>
              <a:t>mailto:https://zh.wikipedia.org/zh-tw/%E9%9F%B3%E9%AB%98</a:t>
            </a:r>
            <a:endParaRPr lang="en-US" altLang="zh-TW" dirty="0"/>
          </a:p>
          <a:p>
            <a:r>
              <a:rPr lang="en-US" altLang="zh-TW" dirty="0">
                <a:hlinkClick r:id="rId3"/>
              </a:rPr>
              <a:t>mailto:https://github.com/naudio/NAudio?tab=readme-ov-file</a:t>
            </a:r>
            <a:endParaRPr lang="en-US" altLang="zh-TW" dirty="0"/>
          </a:p>
          <a:p>
            <a:r>
              <a:rPr lang="en-US" altLang="zh-TW" dirty="0">
                <a:hlinkClick r:id="rId4"/>
              </a:rPr>
              <a:t>mailto:https://muted.io/note-frequencies/</a:t>
            </a:r>
            <a:endParaRPr lang="en-US" altLang="zh-TW" dirty="0"/>
          </a:p>
          <a:p>
            <a:r>
              <a:rPr lang="en-US" altLang="zh-TW" dirty="0">
                <a:hlinkClick r:id="rId5"/>
              </a:rPr>
              <a:t>mailto:https://nicechord.com/post/major-and-minor-modes/</a:t>
            </a:r>
            <a:endParaRPr lang="en-US" altLang="zh-TW" dirty="0"/>
          </a:p>
          <a:p>
            <a:r>
              <a:rPr lang="en-US" altLang="zh-TW" dirty="0">
                <a:hlinkClick r:id="rId6"/>
              </a:rPr>
              <a:t>mailto:https://zh.wikipedia.org/zh-tw/%E8%87%AA%E7%9B%B8%E5%85%B3%E5%87%BD%E6%95%B0</a:t>
            </a:r>
            <a:endParaRPr lang="en-US" altLang="zh-TW" dirty="0"/>
          </a:p>
          <a:p>
            <a:r>
              <a:rPr lang="en-US" altLang="zh-TW" dirty="0">
                <a:hlinkClick r:id="rId7"/>
              </a:rPr>
              <a:t>mailto:https://timag-shield.blogspot.com/2017/04/thinkdsp_82.html</a:t>
            </a:r>
            <a:endParaRPr lang="en-US" altLang="zh-TW" dirty="0"/>
          </a:p>
          <a:p>
            <a:r>
              <a:rPr lang="en-US" altLang="zh-TW" dirty="0">
                <a:hlinkClick r:id="rId8"/>
              </a:rPr>
              <a:t>mailto:https://zh.wikipedia.org/zh-tw/%E4%BA%BA%E5%A3%B0%E9%9F%B3%E5%9F%9F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6940</TotalTime>
  <Words>610</Words>
  <Application>Microsoft Office PowerPoint</Application>
  <PresentationFormat>寬螢幕</PresentationFormat>
  <Paragraphs>49</Paragraphs>
  <Slides>15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2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介紹</vt:lpstr>
      <vt:lpstr>介紹及應用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54</cp:revision>
  <dcterms:created xsi:type="dcterms:W3CDTF">2024-12-16T07:45:55Z</dcterms:created>
  <dcterms:modified xsi:type="dcterms:W3CDTF">2024-12-27T07:40:14Z</dcterms:modified>
</cp:coreProperties>
</file>