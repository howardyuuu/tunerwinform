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9" r:id="rId3"/>
    <p:sldId id="275" r:id="rId4"/>
    <p:sldId id="267" r:id="rId5"/>
    <p:sldId id="259" r:id="rId6"/>
    <p:sldId id="260" r:id="rId7"/>
    <p:sldId id="271" r:id="rId8"/>
    <p:sldId id="273" r:id="rId9"/>
    <p:sldId id="272" r:id="rId10"/>
    <p:sldId id="258" r:id="rId11"/>
    <p:sldId id="274" r:id="rId12"/>
    <p:sldId id="270" r:id="rId13"/>
    <p:sldId id="263" r:id="rId14"/>
    <p:sldId id="268" r:id="rId15"/>
    <p:sldId id="276" r:id="rId16"/>
    <p:sldId id="277" r:id="rId17"/>
    <p:sldId id="264" r:id="rId18"/>
    <p:sldId id="262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www.bilibili.com/video/BV1tj411T71P/?spm_id_from=333.337.search-card.all.click&amp;vd_source=88ea28052682913da01ac2ec14baf19d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AB5F4C-0DE3-4D89-BF43-06D138968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介紹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5726F-2A5C-446C-9A3E-FFA71958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生活中任何物理、化學現象都能以頻率表示，而聲音是頻率在大腦中的體現。</a:t>
            </a:r>
          </a:p>
        </p:txBody>
      </p:sp>
    </p:spTree>
    <p:extLst>
      <p:ext uri="{BB962C8B-B14F-4D97-AF65-F5344CB8AC3E}">
        <p14:creationId xmlns:p14="http://schemas.microsoft.com/office/powerpoint/2010/main" val="404506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D17195-ACBA-43F9-BEC2-268D5145B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E3E89AB-59A7-45E8-827D-20F4A4434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8861B61-F9A5-4CCA-88DD-0B04E81C6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753" y="1724585"/>
            <a:ext cx="6060141" cy="3408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999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35" y="1762124"/>
            <a:ext cx="11990729" cy="419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由以下方程式可得知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這個音所對應的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69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每個八度大小都是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每個半音之間相差一個音程。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為一個八度音程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58" y="4469482"/>
                <a:ext cx="4676574" cy="561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/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zh-TW" altLang="en-US" sz="2400" i="0" dirty="0">
                          <a:latin typeface="Cambria Math" panose="02040503050406030204" pitchFamily="18" charset="0"/>
                        </a:rPr>
                        <m:t>=69+12×</m:t>
                      </m:r>
                      <m:func>
                        <m:funcPr>
                          <m:ctrlPr>
                            <a:rPr lang="zh-TW" altLang="en-US" sz="2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 dirty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sz="2400" i="1" dirty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num>
                                <m:den>
                                  <m:r>
                                    <a:rPr lang="zh-TW" altLang="en-US" sz="2400" i="0" dirty="0">
                                      <a:latin typeface="Cambria Math" panose="02040503050406030204" pitchFamily="18" charset="0"/>
                                    </a:rPr>
                                    <m:t>440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24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E5B5338-BD42-438F-873C-43680D3A1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3529" y="5031367"/>
                <a:ext cx="3800271" cy="9221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423" y="4879413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8815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 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5" y="1273102"/>
                <a:ext cx="4335451" cy="369332"/>
              </a:xfrm>
              <a:prstGeom prst="rect">
                <a:avLst/>
              </a:prstGeom>
              <a:blipFill>
                <a:blip r:embed="rId5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 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3264" y="857556"/>
                <a:ext cx="4335451" cy="369332"/>
              </a:xfrm>
              <a:prstGeom prst="rect">
                <a:avLst/>
              </a:prstGeom>
              <a:blipFill>
                <a:blip r:embed="rId6"/>
                <a:stretch>
                  <a:fillRect l="-2532" t="-28333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" y="110573"/>
            <a:ext cx="6266161" cy="428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442" y="1728788"/>
            <a:ext cx="3685358" cy="383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4B29FF2-468A-46AF-8609-7F5ED81C8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3" y="776286"/>
            <a:ext cx="9657911" cy="503239"/>
          </a:xfrm>
          <a:prstGeom prst="rect">
            <a:avLst/>
          </a:prstGeom>
        </p:spPr>
      </p:pic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98" y="1528761"/>
            <a:ext cx="7596203" cy="503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C04DB5-0143-4226-83F7-1AB27960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131981-7D87-4D9A-9C89-6F8888A4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/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BA635D2-6EDC-4331-A905-824C6A62A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928" y="3771899"/>
                <a:ext cx="3030657" cy="829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圖片 25">
            <a:extLst>
              <a:ext uri="{FF2B5EF4-FFF2-40B4-BE49-F238E27FC236}">
                <a16:creationId xmlns:a16="http://schemas.microsoft.com/office/drawing/2014/main" id="{900DDCE1-7D56-42CE-889C-D7DD408A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14" y="393700"/>
            <a:ext cx="7410087" cy="5423718"/>
          </a:xfrm>
          <a:prstGeom prst="rect">
            <a:avLst/>
          </a:prstGeom>
        </p:spPr>
      </p:pic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66161AAC-BF2A-4009-89A5-FD59AA392DA6}"/>
              </a:ext>
            </a:extLst>
          </p:cNvPr>
          <p:cNvCxnSpPr>
            <a:cxnSpLocks/>
          </p:cNvCxnSpPr>
          <p:nvPr/>
        </p:nvCxnSpPr>
        <p:spPr>
          <a:xfrm flipH="1" flipV="1">
            <a:off x="7191375" y="1962150"/>
            <a:ext cx="1695453" cy="187642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69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AD5F66-2419-4BF2-8D37-B8A40101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BF9814-0C9A-4CA3-9E34-80BEA822F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D25E812-8D5E-4A4D-B71B-E34D229CE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40" y="134471"/>
            <a:ext cx="6859620" cy="492645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31DD6903-BBD2-40C6-8CA7-CE8920E4A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3431" y="5103482"/>
            <a:ext cx="8034657" cy="138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780416-4C22-4DC3-BD32-489193CC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AF8F58-6600-45DE-BE5A-CF7A4DAEE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3B1B544-7BD6-4DE2-A75B-DD290EFBD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17" y="324784"/>
            <a:ext cx="7562306" cy="577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486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503134"/>
            <a:ext cx="7200900" cy="3851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E9A6EF-D5E9-4101-9B16-17517F362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6FE73D-C8ED-455D-A6FF-1F8F22627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17BCAE2-AA64-42BF-8EC9-C2B875455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307" y="564305"/>
            <a:ext cx="8809385" cy="556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3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52968D-F04B-4DC2-ADFB-BD0B6491E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3E12488D-DDBD-42D6-9F16-6839755798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" t="390" b="-1"/>
          <a:stretch/>
        </p:blipFill>
        <p:spPr>
          <a:xfrm>
            <a:off x="1459148" y="510702"/>
            <a:ext cx="9301295" cy="5786494"/>
          </a:xfrm>
        </p:spPr>
      </p:pic>
    </p:spTree>
    <p:extLst>
      <p:ext uri="{BB962C8B-B14F-4D97-AF65-F5344CB8AC3E}">
        <p14:creationId xmlns:p14="http://schemas.microsoft.com/office/powerpoint/2010/main" val="101459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41BC16-39D1-44CE-A804-37119988F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AD569C-ED92-43D0-AEA7-357816502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67234CD-85E9-4965-82E8-56D5CECA23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3" r="-1"/>
          <a:stretch/>
        </p:blipFill>
        <p:spPr>
          <a:xfrm>
            <a:off x="838200" y="556296"/>
            <a:ext cx="10515600" cy="57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54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C0EAC7-D825-4FB0-9CF9-E0330659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F22F99-23F1-4CAE-9342-DAE716232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23B3453-B4C9-48F6-986D-E51181D8B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652" y="754986"/>
            <a:ext cx="7586328" cy="481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/>
          </a:bodyPr>
          <a:lstStyle/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0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0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不包含音叉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0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000" dirty="0">
                <a:latin typeface="Consolas" panose="020B0609020204030204" pitchFamily="49" charset="0"/>
                <a:ea typeface="標楷體" panose="03000509000000000000" pitchFamily="65" charset="-120"/>
              </a:rPr>
              <a:t>，實際物體的泛音會受到材質的影響形成偏差音，而收音器也會受到泛音的影響而結果不同。</a:t>
            </a:r>
            <a:endParaRPr lang="en-US" altLang="zh-TW" sz="20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670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mailto:https://www.bilibili.com/video/BV1tj411T71P/?spm_id_from=333.337.search-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card.all.click&amp;vd_source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=88ea28052682913da01ac2ec14baf19d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7344</TotalTime>
  <Words>634</Words>
  <Application>Microsoft Office PowerPoint</Application>
  <PresentationFormat>寬螢幕</PresentationFormat>
  <Paragraphs>47</Paragraphs>
  <Slides>18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5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介紹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76</cp:revision>
  <dcterms:created xsi:type="dcterms:W3CDTF">2024-12-16T07:45:55Z</dcterms:created>
  <dcterms:modified xsi:type="dcterms:W3CDTF">2024-12-30T06:19:56Z</dcterms:modified>
</cp:coreProperties>
</file>